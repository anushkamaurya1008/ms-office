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10" r:id="rId4"/>
  </p:sldMasterIdLst>
  <p:notesMasterIdLst>
    <p:notesMasterId r:id="rId12"/>
  </p:notesMasterIdLst>
  <p:sldIdLst>
    <p:sldId id="292" r:id="rId5"/>
    <p:sldId id="1291" r:id="rId6"/>
    <p:sldId id="1292" r:id="rId7"/>
    <p:sldId id="1294" r:id="rId8"/>
    <p:sldId id="1296" r:id="rId9"/>
    <p:sldId id="1297" r:id="rId10"/>
    <p:sldId id="1250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88" userDrawn="1">
          <p15:clr>
            <a:srgbClr val="A4A3A4"/>
          </p15:clr>
        </p15:guide>
        <p15:guide id="2" pos="144" userDrawn="1">
          <p15:clr>
            <a:srgbClr val="A4A3A4"/>
          </p15:clr>
        </p15:guide>
        <p15:guide id="3" orient="horz" pos="852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003399"/>
    <a:srgbClr val="000099"/>
    <a:srgbClr val="0033CC"/>
    <a:srgbClr val="0000FF"/>
    <a:srgbClr val="E8ECF8"/>
    <a:srgbClr val="1A7C73"/>
    <a:srgbClr val="EF6331"/>
    <a:srgbClr val="223366"/>
    <a:srgbClr val="0071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52D7A9-A423-4D5A-8B29-C52BD062C61E}" v="304" dt="2026-09-23T23:30:30.1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7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132"/>
      </p:cViewPr>
      <p:guideLst>
        <p:guide orient="horz" pos="588"/>
        <p:guide pos="144"/>
        <p:guide orient="horz" pos="8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26" Type="http://schemas.microsoft.com/office/2015/10/relationships/revisionInfo" Target="revisionInfo.xml"/><Relationship Id="rId2" Type="http://schemas.openxmlformats.org/officeDocument/2006/relationships/customXml" Target="../customXml/item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ka Maurya" userId="a62cf99e79043ed4" providerId="LiveId" clId="{BFA57FDC-3847-4790-B87B-24524EE0BB18}"/>
    <pc:docChg chg="undo custSel addSld delSld modSld modMainMaster">
      <pc:chgData name="Anushka Maurya" userId="a62cf99e79043ed4" providerId="LiveId" clId="{BFA57FDC-3847-4790-B87B-24524EE0BB18}" dt="2026-09-23T23:30:50.980" v="463" actId="14100"/>
      <pc:docMkLst>
        <pc:docMk/>
      </pc:docMkLst>
      <pc:sldChg chg="addSp delSp modSp mod modTransition setBg delAnim">
        <pc:chgData name="Anushka Maurya" userId="a62cf99e79043ed4" providerId="LiveId" clId="{BFA57FDC-3847-4790-B87B-24524EE0BB18}" dt="2026-09-23T23:30:41.571" v="461" actId="1076"/>
        <pc:sldMkLst>
          <pc:docMk/>
          <pc:sldMk cId="0" sldId="292"/>
        </pc:sldMkLst>
        <pc:spChg chg="del mod">
          <ac:chgData name="Anushka Maurya" userId="a62cf99e79043ed4" providerId="LiveId" clId="{BFA57FDC-3847-4790-B87B-24524EE0BB18}" dt="2026-09-23T22:39:04.600" v="314" actId="478"/>
          <ac:spMkLst>
            <pc:docMk/>
            <pc:sldMk cId="0" sldId="292"/>
            <ac:spMk id="2" creationId="{8685D656-65F2-1AF1-8374-06D0AD988C44}"/>
          </ac:spMkLst>
        </pc:spChg>
        <pc:spChg chg="add del mod">
          <ac:chgData name="Anushka Maurya" userId="a62cf99e79043ed4" providerId="LiveId" clId="{BFA57FDC-3847-4790-B87B-24524EE0BB18}" dt="2026-09-23T23:30:30.980" v="459"/>
          <ac:spMkLst>
            <pc:docMk/>
            <pc:sldMk cId="0" sldId="292"/>
            <ac:spMk id="2" creationId="{EEFC1E8E-132A-24C4-A4A9-74D50629CBD2}"/>
          </ac:spMkLst>
        </pc:spChg>
        <pc:spChg chg="add del mod">
          <ac:chgData name="Anushka Maurya" userId="a62cf99e79043ed4" providerId="LiveId" clId="{BFA57FDC-3847-4790-B87B-24524EE0BB18}" dt="2026-09-23T22:12:10.685" v="55"/>
          <ac:spMkLst>
            <pc:docMk/>
            <pc:sldMk cId="0" sldId="292"/>
            <ac:spMk id="3" creationId="{C9FA89DA-1080-6A04-035F-84D2D7BCB9BA}"/>
          </ac:spMkLst>
        </pc:spChg>
        <pc:spChg chg="add del mod">
          <ac:chgData name="Anushka Maurya" userId="a62cf99e79043ed4" providerId="LiveId" clId="{BFA57FDC-3847-4790-B87B-24524EE0BB18}" dt="2026-09-23T22:49:49.835" v="382"/>
          <ac:spMkLst>
            <pc:docMk/>
            <pc:sldMk cId="0" sldId="292"/>
            <ac:spMk id="4" creationId="{C876BBB0-43C0-86EF-C83E-0F41DB3B3F8E}"/>
          </ac:spMkLst>
        </pc:spChg>
        <pc:spChg chg="add mod">
          <ac:chgData name="Anushka Maurya" userId="a62cf99e79043ed4" providerId="LiveId" clId="{BFA57FDC-3847-4790-B87B-24524EE0BB18}" dt="2026-09-23T22:51:31.071" v="391" actId="207"/>
          <ac:spMkLst>
            <pc:docMk/>
            <pc:sldMk cId="0" sldId="292"/>
            <ac:spMk id="5" creationId="{12881A60-7E0C-ED68-ACD8-A31186DC9F03}"/>
          </ac:spMkLst>
        </pc:spChg>
        <pc:spChg chg="del">
          <ac:chgData name="Anushka Maurya" userId="a62cf99e79043ed4" providerId="LiveId" clId="{BFA57FDC-3847-4790-B87B-24524EE0BB18}" dt="2026-09-23T22:39:07.231" v="315" actId="478"/>
          <ac:spMkLst>
            <pc:docMk/>
            <pc:sldMk cId="0" sldId="292"/>
            <ac:spMk id="11" creationId="{2F1C3D6B-7CF9-2BD5-8B36-9878D3FBC36D}"/>
          </ac:spMkLst>
        </pc:spChg>
        <pc:spChg chg="mod">
          <ac:chgData name="Anushka Maurya" userId="a62cf99e79043ed4" providerId="LiveId" clId="{BFA57FDC-3847-4790-B87B-24524EE0BB18}" dt="2026-09-23T23:30:06.293" v="453" actId="14100"/>
          <ac:spMkLst>
            <pc:docMk/>
            <pc:sldMk cId="0" sldId="292"/>
            <ac:spMk id="17" creationId="{E93B0532-3834-38EB-306B-BB126F538A06}"/>
          </ac:spMkLst>
        </pc:spChg>
        <pc:spChg chg="add del mod">
          <ac:chgData name="Anushka Maurya" userId="a62cf99e79043ed4" providerId="LiveId" clId="{BFA57FDC-3847-4790-B87B-24524EE0BB18}" dt="2026-09-23T22:38:51.540" v="306" actId="478"/>
          <ac:spMkLst>
            <pc:docMk/>
            <pc:sldMk cId="0" sldId="292"/>
            <ac:spMk id="35" creationId="{B1520DAD-F8CC-E505-163A-1A40C1FCC226}"/>
          </ac:spMkLst>
        </pc:spChg>
        <pc:spChg chg="del mod">
          <ac:chgData name="Anushka Maurya" userId="a62cf99e79043ed4" providerId="LiveId" clId="{BFA57FDC-3847-4790-B87B-24524EE0BB18}" dt="2026-09-23T22:39:02.120" v="313" actId="478"/>
          <ac:spMkLst>
            <pc:docMk/>
            <pc:sldMk cId="0" sldId="292"/>
            <ac:spMk id="40" creationId="{574F20A4-E865-2423-673E-2D8E75BC50D9}"/>
          </ac:spMkLst>
        </pc:spChg>
        <pc:spChg chg="del">
          <ac:chgData name="Anushka Maurya" userId="a62cf99e79043ed4" providerId="LiveId" clId="{BFA57FDC-3847-4790-B87B-24524EE0BB18}" dt="2026-09-23T22:38:53.279" v="307" actId="478"/>
          <ac:spMkLst>
            <pc:docMk/>
            <pc:sldMk cId="0" sldId="292"/>
            <ac:spMk id="41" creationId="{94658D58-B26B-B263-E4E7-719E9EA907D6}"/>
          </ac:spMkLst>
        </pc:spChg>
        <pc:spChg chg="del mod">
          <ac:chgData name="Anushka Maurya" userId="a62cf99e79043ed4" providerId="LiveId" clId="{BFA57FDC-3847-4790-B87B-24524EE0BB18}" dt="2026-09-23T22:38:59.930" v="311" actId="478"/>
          <ac:spMkLst>
            <pc:docMk/>
            <pc:sldMk cId="0" sldId="292"/>
            <ac:spMk id="44" creationId="{43C0C02E-B24A-392F-8483-77C0267C88E1}"/>
          </ac:spMkLst>
        </pc:spChg>
        <pc:spChg chg="del mod">
          <ac:chgData name="Anushka Maurya" userId="a62cf99e79043ed4" providerId="LiveId" clId="{BFA57FDC-3847-4790-B87B-24524EE0BB18}" dt="2026-09-23T22:38:57.041" v="309" actId="478"/>
          <ac:spMkLst>
            <pc:docMk/>
            <pc:sldMk cId="0" sldId="292"/>
            <ac:spMk id="45" creationId="{5F6B4A00-040F-FDB6-2131-846EB7188C53}"/>
          </ac:spMkLst>
        </pc:spChg>
        <pc:grpChg chg="mod">
          <ac:chgData name="Anushka Maurya" userId="a62cf99e79043ed4" providerId="LiveId" clId="{BFA57FDC-3847-4790-B87B-24524EE0BB18}" dt="2026-09-23T22:53:07.009" v="412"/>
          <ac:grpSpMkLst>
            <pc:docMk/>
            <pc:sldMk cId="0" sldId="292"/>
            <ac:grpSpMk id="23" creationId="{60E2D07F-1A0B-EA3E-31DB-BAB0C46562C2}"/>
          </ac:grpSpMkLst>
        </pc:grpChg>
        <pc:grpChg chg="add del mod">
          <ac:chgData name="Anushka Maurya" userId="a62cf99e79043ed4" providerId="LiveId" clId="{BFA57FDC-3847-4790-B87B-24524EE0BB18}" dt="2026-09-23T23:30:28.516" v="456" actId="1076"/>
          <ac:grpSpMkLst>
            <pc:docMk/>
            <pc:sldMk cId="0" sldId="292"/>
            <ac:grpSpMk id="53" creationId="{242FDAC4-AE27-C374-87FA-1488045722F0}"/>
          </ac:grpSpMkLst>
        </pc:grpChg>
        <pc:picChg chg="del mod">
          <ac:chgData name="Anushka Maurya" userId="a62cf99e79043ed4" providerId="LiveId" clId="{BFA57FDC-3847-4790-B87B-24524EE0BB18}" dt="2026-09-23T22:05:50.204" v="28" actId="478"/>
          <ac:picMkLst>
            <pc:docMk/>
            <pc:sldMk cId="0" sldId="292"/>
            <ac:picMk id="7" creationId="{F7DA2CC4-78A2-CF65-F822-F12CA65BCF6E}"/>
          </ac:picMkLst>
        </pc:picChg>
        <pc:picChg chg="add mod">
          <ac:chgData name="Anushka Maurya" userId="a62cf99e79043ed4" providerId="LiveId" clId="{BFA57FDC-3847-4790-B87B-24524EE0BB18}" dt="2026-09-23T22:54:46.462" v="422" actId="1076"/>
          <ac:picMkLst>
            <pc:docMk/>
            <pc:sldMk cId="0" sldId="292"/>
            <ac:picMk id="29" creationId="{D5514759-EB9F-E36E-1FFF-E3E7F1E44AE5}"/>
          </ac:picMkLst>
        </pc:picChg>
        <pc:picChg chg="mod">
          <ac:chgData name="Anushka Maurya" userId="a62cf99e79043ed4" providerId="LiveId" clId="{BFA57FDC-3847-4790-B87B-24524EE0BB18}" dt="2026-09-23T23:30:41.571" v="461" actId="1076"/>
          <ac:picMkLst>
            <pc:docMk/>
            <pc:sldMk cId="0" sldId="292"/>
            <ac:picMk id="50" creationId="{E97570DF-6F54-74D9-731F-612CF788DA56}"/>
          </ac:picMkLst>
        </pc:picChg>
        <pc:picChg chg="del mod">
          <ac:chgData name="Anushka Maurya" userId="a62cf99e79043ed4" providerId="LiveId" clId="{BFA57FDC-3847-4790-B87B-24524EE0BB18}" dt="2026-09-23T22:39:35.807" v="340" actId="478"/>
          <ac:picMkLst>
            <pc:docMk/>
            <pc:sldMk cId="0" sldId="292"/>
            <ac:picMk id="52" creationId="{D5514759-EB9F-E36E-1FFF-E3E7F1E44AE5}"/>
          </ac:picMkLst>
        </pc:picChg>
        <pc:inkChg chg="add del">
          <ac:chgData name="Anushka Maurya" userId="a62cf99e79043ed4" providerId="LiveId" clId="{BFA57FDC-3847-4790-B87B-24524EE0BB18}" dt="2026-09-23T22:52:15.366" v="397" actId="9405"/>
          <ac:inkMkLst>
            <pc:docMk/>
            <pc:sldMk cId="0" sldId="292"/>
            <ac:inkMk id="6" creationId="{67557B34-8050-16AC-2473-D3E2B9D9FC85}"/>
          </ac:inkMkLst>
        </pc:inkChg>
        <pc:inkChg chg="add">
          <ac:chgData name="Anushka Maurya" userId="a62cf99e79043ed4" providerId="LiveId" clId="{BFA57FDC-3847-4790-B87B-24524EE0BB18}" dt="2026-09-23T22:52:10.851" v="393"/>
          <ac:inkMkLst>
            <pc:docMk/>
            <pc:sldMk cId="0" sldId="292"/>
            <ac:inkMk id="8" creationId="{E2267F7F-F7A4-19A3-8250-8E0D68092432}"/>
          </ac:inkMkLst>
        </pc:inkChg>
        <pc:inkChg chg="add del">
          <ac:chgData name="Anushka Maurya" userId="a62cf99e79043ed4" providerId="LiveId" clId="{BFA57FDC-3847-4790-B87B-24524EE0BB18}" dt="2026-09-23T22:52:13.214" v="395" actId="9405"/>
          <ac:inkMkLst>
            <pc:docMk/>
            <pc:sldMk cId="0" sldId="292"/>
            <ac:inkMk id="9" creationId="{8DE67FEC-44F4-B4B2-3E9B-4973AB9CCA37}"/>
          </ac:inkMkLst>
        </pc:inkChg>
        <pc:inkChg chg="add">
          <ac:chgData name="Anushka Maurya" userId="a62cf99e79043ed4" providerId="LiveId" clId="{BFA57FDC-3847-4790-B87B-24524EE0BB18}" dt="2026-09-23T22:52:21.815" v="398" actId="9405"/>
          <ac:inkMkLst>
            <pc:docMk/>
            <pc:sldMk cId="0" sldId="292"/>
            <ac:inkMk id="10" creationId="{E8FC8540-75C6-748E-7D05-6B78B828AF7D}"/>
          </ac:inkMkLst>
        </pc:inkChg>
        <pc:inkChg chg="add del">
          <ac:chgData name="Anushka Maurya" userId="a62cf99e79043ed4" providerId="LiveId" clId="{BFA57FDC-3847-4790-B87B-24524EE0BB18}" dt="2026-09-23T22:52:44.612" v="406" actId="9405"/>
          <ac:inkMkLst>
            <pc:docMk/>
            <pc:sldMk cId="0" sldId="292"/>
            <ac:inkMk id="12" creationId="{6C255BA3-20E9-F57E-76DE-B4343D3DA875}"/>
          </ac:inkMkLst>
        </pc:inkChg>
        <pc:inkChg chg="add del">
          <ac:chgData name="Anushka Maurya" userId="a62cf99e79043ed4" providerId="LiveId" clId="{BFA57FDC-3847-4790-B87B-24524EE0BB18}" dt="2026-09-23T22:52:44.102" v="405" actId="9405"/>
          <ac:inkMkLst>
            <pc:docMk/>
            <pc:sldMk cId="0" sldId="292"/>
            <ac:inkMk id="13" creationId="{08E6FC85-F5D5-9D2A-D130-14A6F87E97BD}"/>
          </ac:inkMkLst>
        </pc:inkChg>
        <pc:inkChg chg="add del">
          <ac:chgData name="Anushka Maurya" userId="a62cf99e79043ed4" providerId="LiveId" clId="{BFA57FDC-3847-4790-B87B-24524EE0BB18}" dt="2026-09-23T22:52:43.837" v="404" actId="9405"/>
          <ac:inkMkLst>
            <pc:docMk/>
            <pc:sldMk cId="0" sldId="292"/>
            <ac:inkMk id="15" creationId="{A0D2717B-7852-3085-3D90-87E1A9139843}"/>
          </ac:inkMkLst>
        </pc:inkChg>
        <pc:inkChg chg="add del">
          <ac:chgData name="Anushka Maurya" userId="a62cf99e79043ed4" providerId="LiveId" clId="{BFA57FDC-3847-4790-B87B-24524EE0BB18}" dt="2026-09-23T22:52:43.551" v="403" actId="9405"/>
          <ac:inkMkLst>
            <pc:docMk/>
            <pc:sldMk cId="0" sldId="292"/>
            <ac:inkMk id="18" creationId="{8420857C-5A86-5096-4B69-930A7D41BC1C}"/>
          </ac:inkMkLst>
        </pc:inkChg>
        <pc:inkChg chg="add del">
          <ac:chgData name="Anushka Maurya" userId="a62cf99e79043ed4" providerId="LiveId" clId="{BFA57FDC-3847-4790-B87B-24524EE0BB18}" dt="2026-09-23T22:53:11.497" v="414" actId="9405"/>
          <ac:inkMkLst>
            <pc:docMk/>
            <pc:sldMk cId="0" sldId="292"/>
            <ac:inkMk id="19" creationId="{623150E8-27F2-C5ED-66D9-5F09046384FC}"/>
          </ac:inkMkLst>
        </pc:inkChg>
        <pc:inkChg chg="add del mod">
          <ac:chgData name="Anushka Maurya" userId="a62cf99e79043ed4" providerId="LiveId" clId="{BFA57FDC-3847-4790-B87B-24524EE0BB18}" dt="2026-09-23T22:53:10.158" v="413" actId="9405"/>
          <ac:inkMkLst>
            <pc:docMk/>
            <pc:sldMk cId="0" sldId="292"/>
            <ac:inkMk id="20" creationId="{F5F93480-5A59-E590-A9D4-3DD2055B5E48}"/>
          </ac:inkMkLst>
        </pc:inkChg>
        <pc:inkChg chg="add del mod">
          <ac:chgData name="Anushka Maurya" userId="a62cf99e79043ed4" providerId="LiveId" clId="{BFA57FDC-3847-4790-B87B-24524EE0BB18}" dt="2026-09-23T22:53:07.009" v="412"/>
          <ac:inkMkLst>
            <pc:docMk/>
            <pc:sldMk cId="0" sldId="292"/>
            <ac:inkMk id="22" creationId="{D2C6CD51-59E7-02EA-4F4C-C7C55D636833}"/>
          </ac:inkMkLst>
        </pc:inkChg>
        <pc:inkChg chg="add">
          <ac:chgData name="Anushka Maurya" userId="a62cf99e79043ed4" providerId="LiveId" clId="{BFA57FDC-3847-4790-B87B-24524EE0BB18}" dt="2026-09-23T22:53:17.752" v="415" actId="9405"/>
          <ac:inkMkLst>
            <pc:docMk/>
            <pc:sldMk cId="0" sldId="292"/>
            <ac:inkMk id="24" creationId="{5E5E182E-BB3A-566F-6E17-4336C3556385}"/>
          </ac:inkMkLst>
        </pc:inkChg>
        <pc:inkChg chg="add">
          <ac:chgData name="Anushka Maurya" userId="a62cf99e79043ed4" providerId="LiveId" clId="{BFA57FDC-3847-4790-B87B-24524EE0BB18}" dt="2026-09-23T22:53:22.296" v="416" actId="9405"/>
          <ac:inkMkLst>
            <pc:docMk/>
            <pc:sldMk cId="0" sldId="292"/>
            <ac:inkMk id="25" creationId="{1D207F61-8C6A-7C83-2676-8D4B58091B64}"/>
          </ac:inkMkLst>
        </pc:inkChg>
        <pc:inkChg chg="add">
          <ac:chgData name="Anushka Maurya" userId="a62cf99e79043ed4" providerId="LiveId" clId="{BFA57FDC-3847-4790-B87B-24524EE0BB18}" dt="2026-09-23T22:53:25.952" v="417" actId="9405"/>
          <ac:inkMkLst>
            <pc:docMk/>
            <pc:sldMk cId="0" sldId="292"/>
            <ac:inkMk id="26" creationId="{44E3B457-20A5-ADEB-70DF-B2B0C5259102}"/>
          </ac:inkMkLst>
        </pc:inkChg>
        <pc:inkChg chg="add">
          <ac:chgData name="Anushka Maurya" userId="a62cf99e79043ed4" providerId="LiveId" clId="{BFA57FDC-3847-4790-B87B-24524EE0BB18}" dt="2026-09-23T22:53:29.279" v="418" actId="9405"/>
          <ac:inkMkLst>
            <pc:docMk/>
            <pc:sldMk cId="0" sldId="292"/>
            <ac:inkMk id="27" creationId="{73B86276-A863-FBB3-5ABC-6BD40D4E6364}"/>
          </ac:inkMkLst>
        </pc:inkChg>
        <pc:inkChg chg="add del">
          <ac:chgData name="Anushka Maurya" userId="a62cf99e79043ed4" providerId="LiveId" clId="{BFA57FDC-3847-4790-B87B-24524EE0BB18}" dt="2026-09-23T22:53:32.453" v="420" actId="9405"/>
          <ac:inkMkLst>
            <pc:docMk/>
            <pc:sldMk cId="0" sldId="292"/>
            <ac:inkMk id="28" creationId="{F23BE5AB-9936-DF92-BD15-31687411DC1B}"/>
          </ac:inkMkLst>
        </pc:inkChg>
        <pc:cxnChg chg="del">
          <ac:chgData name="Anushka Maurya" userId="a62cf99e79043ed4" providerId="LiveId" clId="{BFA57FDC-3847-4790-B87B-24524EE0BB18}" dt="2026-09-23T22:39:01.287" v="312" actId="478"/>
          <ac:cxnSpMkLst>
            <pc:docMk/>
            <pc:sldMk cId="0" sldId="292"/>
            <ac:cxnSpMk id="42" creationId="{DDA9C646-678B-4CA4-AAF5-5A0CA4DB2AC5}"/>
          </ac:cxnSpMkLst>
        </pc:cxnChg>
        <pc:cxnChg chg="del mod">
          <ac:chgData name="Anushka Maurya" userId="a62cf99e79043ed4" providerId="LiveId" clId="{BFA57FDC-3847-4790-B87B-24524EE0BB18}" dt="2026-09-23T22:38:59.095" v="310" actId="478"/>
          <ac:cxnSpMkLst>
            <pc:docMk/>
            <pc:sldMk cId="0" sldId="292"/>
            <ac:cxnSpMk id="46" creationId="{7C930180-14D0-979F-80DC-202E3B74AD60}"/>
          </ac:cxnSpMkLst>
        </pc:cxnChg>
      </pc:sldChg>
      <pc:sldChg chg="addSp modSp mod modTransition">
        <pc:chgData name="Anushka Maurya" userId="a62cf99e79043ed4" providerId="LiveId" clId="{BFA57FDC-3847-4790-B87B-24524EE0BB18}" dt="2026-09-23T23:09:53.865" v="452"/>
        <pc:sldMkLst>
          <pc:docMk/>
          <pc:sldMk cId="3544365122" sldId="1250"/>
        </pc:sldMkLst>
        <pc:spChg chg="add mod">
          <ac:chgData name="Anushka Maurya" userId="a62cf99e79043ed4" providerId="LiveId" clId="{BFA57FDC-3847-4790-B87B-24524EE0BB18}" dt="2026-09-23T22:55:38.948" v="432" actId="1076"/>
          <ac:spMkLst>
            <pc:docMk/>
            <pc:sldMk cId="3544365122" sldId="1250"/>
            <ac:spMk id="7" creationId="{DCEC7EA1-61A2-265C-B6AA-F4BFE680DEDC}"/>
          </ac:spMkLst>
        </pc:spChg>
        <pc:picChg chg="mod">
          <ac:chgData name="Anushka Maurya" userId="a62cf99e79043ed4" providerId="LiveId" clId="{BFA57FDC-3847-4790-B87B-24524EE0BB18}" dt="2026-09-23T22:56:06.048" v="433" actId="14100"/>
          <ac:picMkLst>
            <pc:docMk/>
            <pc:sldMk cId="3544365122" sldId="1250"/>
            <ac:picMk id="3" creationId="{040E1CFF-CA38-32CF-A023-F07216D6F568}"/>
          </ac:picMkLst>
        </pc:picChg>
        <pc:picChg chg="add mod">
          <ac:chgData name="Anushka Maurya" userId="a62cf99e79043ed4" providerId="LiveId" clId="{BFA57FDC-3847-4790-B87B-24524EE0BB18}" dt="2026-09-23T22:46:12.386" v="362" actId="1076"/>
          <ac:picMkLst>
            <pc:docMk/>
            <pc:sldMk cId="3544365122" sldId="1250"/>
            <ac:picMk id="5" creationId="{8F3DB4A1-ADE0-B1E0-3196-965E3FB88CDF}"/>
          </ac:picMkLst>
        </pc:picChg>
        <pc:picChg chg="add mod">
          <ac:chgData name="Anushka Maurya" userId="a62cf99e79043ed4" providerId="LiveId" clId="{BFA57FDC-3847-4790-B87B-24524EE0BB18}" dt="2026-09-23T22:55:30.966" v="431" actId="1076"/>
          <ac:picMkLst>
            <pc:docMk/>
            <pc:sldMk cId="3544365122" sldId="1250"/>
            <ac:picMk id="9" creationId="{B2C59C09-C041-5371-BC25-5DCDC78F8F3D}"/>
          </ac:picMkLst>
        </pc:picChg>
      </pc:sldChg>
      <pc:sldChg chg="addSp delSp modSp mod modTransition setBg delAnim">
        <pc:chgData name="Anushka Maurya" userId="a62cf99e79043ed4" providerId="LiveId" clId="{BFA57FDC-3847-4790-B87B-24524EE0BB18}" dt="2026-09-23T23:30:46.525" v="462" actId="14100"/>
        <pc:sldMkLst>
          <pc:docMk/>
          <pc:sldMk cId="2746043547" sldId="1291"/>
        </pc:sldMkLst>
        <pc:spChg chg="del">
          <ac:chgData name="Anushka Maurya" userId="a62cf99e79043ed4" providerId="LiveId" clId="{BFA57FDC-3847-4790-B87B-24524EE0BB18}" dt="2026-09-23T22:04:37.559" v="23" actId="478"/>
          <ac:spMkLst>
            <pc:docMk/>
            <pc:sldMk cId="2746043547" sldId="1291"/>
            <ac:spMk id="2" creationId="{687AFAD5-578C-DC2D-F127-90FF4287354D}"/>
          </ac:spMkLst>
        </pc:spChg>
        <pc:spChg chg="del">
          <ac:chgData name="Anushka Maurya" userId="a62cf99e79043ed4" providerId="LiveId" clId="{BFA57FDC-3847-4790-B87B-24524EE0BB18}" dt="2026-09-23T22:04:40.932" v="24" actId="478"/>
          <ac:spMkLst>
            <pc:docMk/>
            <pc:sldMk cId="2746043547" sldId="1291"/>
            <ac:spMk id="3" creationId="{EF9BD2EF-E776-45B2-E9C7-034874DEA592}"/>
          </ac:spMkLst>
        </pc:spChg>
        <pc:spChg chg="add mod">
          <ac:chgData name="Anushka Maurya" userId="a62cf99e79043ed4" providerId="LiveId" clId="{BFA57FDC-3847-4790-B87B-24524EE0BB18}" dt="2026-09-23T23:30:46.525" v="462" actId="14100"/>
          <ac:spMkLst>
            <pc:docMk/>
            <pc:sldMk cId="2746043547" sldId="1291"/>
            <ac:spMk id="8" creationId="{A1E0A4F8-4DD8-4AC9-C2CB-1D325DB2D809}"/>
          </ac:spMkLst>
        </pc:spChg>
        <pc:picChg chg="add mod">
          <ac:chgData name="Anushka Maurya" userId="a62cf99e79043ed4" providerId="LiveId" clId="{BFA57FDC-3847-4790-B87B-24524EE0BB18}" dt="2026-09-23T22:46:34.932" v="368" actId="1076"/>
          <ac:picMkLst>
            <pc:docMk/>
            <pc:sldMk cId="2746043547" sldId="1291"/>
            <ac:picMk id="5" creationId="{115AF627-741A-0D24-5995-67F951B7C1D6}"/>
          </ac:picMkLst>
        </pc:picChg>
        <pc:picChg chg="del">
          <ac:chgData name="Anushka Maurya" userId="a62cf99e79043ed4" providerId="LiveId" clId="{BFA57FDC-3847-4790-B87B-24524EE0BB18}" dt="2026-09-23T22:04:42.610" v="25" actId="478"/>
          <ac:picMkLst>
            <pc:docMk/>
            <pc:sldMk cId="2746043547" sldId="1291"/>
            <ac:picMk id="6" creationId="{098E53B4-1BFD-AA48-7316-4DECB4153F67}"/>
          </ac:picMkLst>
        </pc:picChg>
        <pc:picChg chg="add">
          <ac:chgData name="Anushka Maurya" userId="a62cf99e79043ed4" providerId="LiveId" clId="{BFA57FDC-3847-4790-B87B-24524EE0BB18}" dt="2026-09-23T22:54:52.213" v="423" actId="22"/>
          <ac:picMkLst>
            <pc:docMk/>
            <pc:sldMk cId="2746043547" sldId="1291"/>
            <ac:picMk id="10" creationId="{E740C538-35C9-E42A-4342-A55AD1174925}"/>
          </ac:picMkLst>
        </pc:picChg>
      </pc:sldChg>
      <pc:sldChg chg="addSp delSp modSp mod modTransition setBg delAnim">
        <pc:chgData name="Anushka Maurya" userId="a62cf99e79043ed4" providerId="LiveId" clId="{BFA57FDC-3847-4790-B87B-24524EE0BB18}" dt="2026-09-23T23:30:50.980" v="463" actId="14100"/>
        <pc:sldMkLst>
          <pc:docMk/>
          <pc:sldMk cId="2975191714" sldId="1292"/>
        </pc:sldMkLst>
        <pc:spChg chg="del mod">
          <ac:chgData name="Anushka Maurya" userId="a62cf99e79043ed4" providerId="LiveId" clId="{BFA57FDC-3847-4790-B87B-24524EE0BB18}" dt="2026-09-23T22:13:53.457" v="62" actId="478"/>
          <ac:spMkLst>
            <pc:docMk/>
            <pc:sldMk cId="2975191714" sldId="1292"/>
            <ac:spMk id="2" creationId="{F4D5078D-F8F7-912B-4E9C-BED71500ACC2}"/>
          </ac:spMkLst>
        </pc:spChg>
        <pc:spChg chg="del mod">
          <ac:chgData name="Anushka Maurya" userId="a62cf99e79043ed4" providerId="LiveId" clId="{BFA57FDC-3847-4790-B87B-24524EE0BB18}" dt="2026-09-23T22:13:51.577" v="61" actId="478"/>
          <ac:spMkLst>
            <pc:docMk/>
            <pc:sldMk cId="2975191714" sldId="1292"/>
            <ac:spMk id="4" creationId="{EC849F62-2652-D242-76D5-5E948A2C1ABD}"/>
          </ac:spMkLst>
        </pc:spChg>
        <pc:spChg chg="add mod">
          <ac:chgData name="Anushka Maurya" userId="a62cf99e79043ed4" providerId="LiveId" clId="{BFA57FDC-3847-4790-B87B-24524EE0BB18}" dt="2026-09-23T23:30:50.980" v="463" actId="14100"/>
          <ac:spMkLst>
            <pc:docMk/>
            <pc:sldMk cId="2975191714" sldId="1292"/>
            <ac:spMk id="8" creationId="{21E1F338-8196-FE99-8F43-B21C32DA77F0}"/>
          </ac:spMkLst>
        </pc:spChg>
        <pc:spChg chg="del mod">
          <ac:chgData name="Anushka Maurya" userId="a62cf99e79043ed4" providerId="LiveId" clId="{BFA57FDC-3847-4790-B87B-24524EE0BB18}" dt="2026-09-23T22:13:54.866" v="63" actId="478"/>
          <ac:spMkLst>
            <pc:docMk/>
            <pc:sldMk cId="2975191714" sldId="1292"/>
            <ac:spMk id="26" creationId="{65A026A1-4157-D47A-7261-C367C2DC72CF}"/>
          </ac:spMkLst>
        </pc:spChg>
        <pc:picChg chg="add mod">
          <ac:chgData name="Anushka Maurya" userId="a62cf99e79043ed4" providerId="LiveId" clId="{BFA57FDC-3847-4790-B87B-24524EE0BB18}" dt="2026-09-23T22:46:26.636" v="366" actId="1076"/>
          <ac:picMkLst>
            <pc:docMk/>
            <pc:sldMk cId="2975191714" sldId="1292"/>
            <ac:picMk id="5" creationId="{B4838823-12CE-C395-0EF7-761A012BE928}"/>
          </ac:picMkLst>
        </pc:picChg>
        <pc:picChg chg="del">
          <ac:chgData name="Anushka Maurya" userId="a62cf99e79043ed4" providerId="LiveId" clId="{BFA57FDC-3847-4790-B87B-24524EE0BB18}" dt="2026-09-23T22:14:00.317" v="64" actId="478"/>
          <ac:picMkLst>
            <pc:docMk/>
            <pc:sldMk cId="2975191714" sldId="1292"/>
            <ac:picMk id="6" creationId="{0798B871-D5F3-A557-FEA0-DB264468550C}"/>
          </ac:picMkLst>
        </pc:picChg>
        <pc:picChg chg="add">
          <ac:chgData name="Anushka Maurya" userId="a62cf99e79043ed4" providerId="LiveId" clId="{BFA57FDC-3847-4790-B87B-24524EE0BB18}" dt="2026-09-23T22:54:56.687" v="424" actId="22"/>
          <ac:picMkLst>
            <pc:docMk/>
            <pc:sldMk cId="2975191714" sldId="1292"/>
            <ac:picMk id="10" creationId="{785AF5E2-C232-ACC7-4C77-7A2748ACB19C}"/>
          </ac:picMkLst>
        </pc:picChg>
      </pc:sldChg>
      <pc:sldChg chg="add del">
        <pc:chgData name="Anushka Maurya" userId="a62cf99e79043ed4" providerId="LiveId" clId="{BFA57FDC-3847-4790-B87B-24524EE0BB18}" dt="2026-09-23T22:29:36.143" v="219" actId="2696"/>
        <pc:sldMkLst>
          <pc:docMk/>
          <pc:sldMk cId="2621200212" sldId="1293"/>
        </pc:sldMkLst>
      </pc:sldChg>
      <pc:sldChg chg="addSp delSp modSp add del mod modTransition setBg addAnim delAnim modAnim">
        <pc:chgData name="Anushka Maurya" userId="a62cf99e79043ed4" providerId="LiveId" clId="{BFA57FDC-3847-4790-B87B-24524EE0BB18}" dt="2026-09-23T23:09:53.865" v="452"/>
        <pc:sldMkLst>
          <pc:docMk/>
          <pc:sldMk cId="4017130557" sldId="1294"/>
        </pc:sldMkLst>
        <pc:spChg chg="del mod">
          <ac:chgData name="Anushka Maurya" userId="a62cf99e79043ed4" providerId="LiveId" clId="{BFA57FDC-3847-4790-B87B-24524EE0BB18}" dt="2026-09-23T22:24:13.769" v="182" actId="478"/>
          <ac:spMkLst>
            <pc:docMk/>
            <pc:sldMk cId="4017130557" sldId="1294"/>
            <ac:spMk id="2" creationId="{F2DAF1D1-52C5-3D35-D431-4689FC4F11C8}"/>
          </ac:spMkLst>
        </pc:spChg>
        <pc:spChg chg="del">
          <ac:chgData name="Anushka Maurya" userId="a62cf99e79043ed4" providerId="LiveId" clId="{BFA57FDC-3847-4790-B87B-24524EE0BB18}" dt="2026-09-23T22:24:21.305" v="184" actId="478"/>
          <ac:spMkLst>
            <pc:docMk/>
            <pc:sldMk cId="4017130557" sldId="1294"/>
            <ac:spMk id="3" creationId="{0FF98741-ECB5-CD36-EE0E-98E484BAF023}"/>
          </ac:spMkLst>
        </pc:spChg>
        <pc:spChg chg="del">
          <ac:chgData name="Anushka Maurya" userId="a62cf99e79043ed4" providerId="LiveId" clId="{BFA57FDC-3847-4790-B87B-24524EE0BB18}" dt="2026-09-23T22:16:00.512" v="108" actId="478"/>
          <ac:spMkLst>
            <pc:docMk/>
            <pc:sldMk cId="4017130557" sldId="1294"/>
            <ac:spMk id="5" creationId="{CC2ED9E3-05F2-5ECD-DD5B-3430C263D9B6}"/>
          </ac:spMkLst>
        </pc:spChg>
        <pc:spChg chg="del">
          <ac:chgData name="Anushka Maurya" userId="a62cf99e79043ed4" providerId="LiveId" clId="{BFA57FDC-3847-4790-B87B-24524EE0BB18}" dt="2026-09-23T22:24:11.868" v="181" actId="478"/>
          <ac:spMkLst>
            <pc:docMk/>
            <pc:sldMk cId="4017130557" sldId="1294"/>
            <ac:spMk id="7" creationId="{F3154901-F0A9-DA32-63CF-9EC103F9D3B5}"/>
          </ac:spMkLst>
        </pc:spChg>
        <pc:spChg chg="add">
          <ac:chgData name="Anushka Maurya" userId="a62cf99e79043ed4" providerId="LiveId" clId="{BFA57FDC-3847-4790-B87B-24524EE0BB18}" dt="2026-09-23T22:45:53.458" v="358" actId="22"/>
          <ac:spMkLst>
            <pc:docMk/>
            <pc:sldMk cId="4017130557" sldId="1294"/>
            <ac:spMk id="10" creationId="{9465179E-79D6-C063-4F44-F24E6F3DB7DA}"/>
          </ac:spMkLst>
        </pc:spChg>
        <pc:picChg chg="add mod">
          <ac:chgData name="Anushka Maurya" userId="a62cf99e79043ed4" providerId="LiveId" clId="{BFA57FDC-3847-4790-B87B-24524EE0BB18}" dt="2026-09-23T22:46:23.493" v="365" actId="1076"/>
          <ac:picMkLst>
            <pc:docMk/>
            <pc:sldMk cId="4017130557" sldId="1294"/>
            <ac:picMk id="6" creationId="{ED4B2158-824E-7B58-0910-D902B05A5A05}"/>
          </ac:picMkLst>
        </pc:picChg>
        <pc:picChg chg="add del">
          <ac:chgData name="Anushka Maurya" userId="a62cf99e79043ed4" providerId="LiveId" clId="{BFA57FDC-3847-4790-B87B-24524EE0BB18}" dt="2026-09-23T22:24:15.032" v="183" actId="478"/>
          <ac:picMkLst>
            <pc:docMk/>
            <pc:sldMk cId="4017130557" sldId="1294"/>
            <ac:picMk id="9" creationId="{67BC736B-6A6A-EB6F-8107-12DD6BEAA7B0}"/>
          </ac:picMkLst>
        </pc:picChg>
        <pc:picChg chg="add">
          <ac:chgData name="Anushka Maurya" userId="a62cf99e79043ed4" providerId="LiveId" clId="{BFA57FDC-3847-4790-B87B-24524EE0BB18}" dt="2026-09-23T22:55:00.892" v="425" actId="22"/>
          <ac:picMkLst>
            <pc:docMk/>
            <pc:sldMk cId="4017130557" sldId="1294"/>
            <ac:picMk id="12" creationId="{7A723A49-AC5C-FF51-ECCE-E44BBA080649}"/>
          </ac:picMkLst>
        </pc:picChg>
      </pc:sldChg>
      <pc:sldChg chg="addSp delSp modSp mod modTransition setBg delAnim">
        <pc:chgData name="Anushka Maurya" userId="a62cf99e79043ed4" providerId="LiveId" clId="{BFA57FDC-3847-4790-B87B-24524EE0BB18}" dt="2026-09-23T23:09:53.865" v="452"/>
        <pc:sldMkLst>
          <pc:docMk/>
          <pc:sldMk cId="3104766145" sldId="1296"/>
        </pc:sldMkLst>
        <pc:spChg chg="add del mod">
          <ac:chgData name="Anushka Maurya" userId="a62cf99e79043ed4" providerId="LiveId" clId="{BFA57FDC-3847-4790-B87B-24524EE0BB18}" dt="2026-09-23T22:41:26.935" v="347"/>
          <ac:spMkLst>
            <pc:docMk/>
            <pc:sldMk cId="3104766145" sldId="1296"/>
            <ac:spMk id="2" creationId="{66B94519-39C7-71E9-DD26-865E7C7904ED}"/>
          </ac:spMkLst>
        </pc:spChg>
        <pc:spChg chg="add">
          <ac:chgData name="Anushka Maurya" userId="a62cf99e79043ed4" providerId="LiveId" clId="{BFA57FDC-3847-4790-B87B-24524EE0BB18}" dt="2026-09-23T22:45:58.228" v="359" actId="22"/>
          <ac:spMkLst>
            <pc:docMk/>
            <pc:sldMk cId="3104766145" sldId="1296"/>
            <ac:spMk id="6" creationId="{85D973AA-B278-3295-3C21-2A8CBDDA4FC1}"/>
          </ac:spMkLst>
        </pc:spChg>
        <pc:spChg chg="del">
          <ac:chgData name="Anushka Maurya" userId="a62cf99e79043ed4" providerId="LiveId" clId="{BFA57FDC-3847-4790-B87B-24524EE0BB18}" dt="2026-09-23T22:30:55.492" v="223" actId="478"/>
          <ac:spMkLst>
            <pc:docMk/>
            <pc:sldMk cId="3104766145" sldId="1296"/>
            <ac:spMk id="11" creationId="{F5894CCF-3358-A291-FC76-C90EC7894009}"/>
          </ac:spMkLst>
        </pc:spChg>
        <pc:spChg chg="del">
          <ac:chgData name="Anushka Maurya" userId="a62cf99e79043ed4" providerId="LiveId" clId="{BFA57FDC-3847-4790-B87B-24524EE0BB18}" dt="2026-09-23T22:31:01.136" v="227" actId="478"/>
          <ac:spMkLst>
            <pc:docMk/>
            <pc:sldMk cId="3104766145" sldId="1296"/>
            <ac:spMk id="13" creationId="{EBD065FA-61D4-5AE9-C0EB-48D3C2EFB462}"/>
          </ac:spMkLst>
        </pc:spChg>
        <pc:spChg chg="del">
          <ac:chgData name="Anushka Maurya" userId="a62cf99e79043ed4" providerId="LiveId" clId="{BFA57FDC-3847-4790-B87B-24524EE0BB18}" dt="2026-09-23T22:31:02.587" v="228" actId="478"/>
          <ac:spMkLst>
            <pc:docMk/>
            <pc:sldMk cId="3104766145" sldId="1296"/>
            <ac:spMk id="17" creationId="{7C956BC3-5904-02C6-629D-ACF7B432FCF7}"/>
          </ac:spMkLst>
        </pc:spChg>
        <pc:spChg chg="del">
          <ac:chgData name="Anushka Maurya" userId="a62cf99e79043ed4" providerId="LiveId" clId="{BFA57FDC-3847-4790-B87B-24524EE0BB18}" dt="2026-09-23T22:31:00.120" v="226" actId="478"/>
          <ac:spMkLst>
            <pc:docMk/>
            <pc:sldMk cId="3104766145" sldId="1296"/>
            <ac:spMk id="18" creationId="{4F149D92-3013-CEFD-205E-1EC853BB0A34}"/>
          </ac:spMkLst>
        </pc:spChg>
        <pc:spChg chg="del mod">
          <ac:chgData name="Anushka Maurya" userId="a62cf99e79043ed4" providerId="LiveId" clId="{BFA57FDC-3847-4790-B87B-24524EE0BB18}" dt="2026-09-23T22:30:58.473" v="225" actId="478"/>
          <ac:spMkLst>
            <pc:docMk/>
            <pc:sldMk cId="3104766145" sldId="1296"/>
            <ac:spMk id="19" creationId="{A4D4286D-6106-7171-DF24-209D4D1AF81B}"/>
          </ac:spMkLst>
        </pc:spChg>
        <pc:picChg chg="add mod">
          <ac:chgData name="Anushka Maurya" userId="a62cf99e79043ed4" providerId="LiveId" clId="{BFA57FDC-3847-4790-B87B-24524EE0BB18}" dt="2026-09-23T22:46:18.708" v="364" actId="1076"/>
          <ac:picMkLst>
            <pc:docMk/>
            <pc:sldMk cId="3104766145" sldId="1296"/>
            <ac:picMk id="4" creationId="{000AEC02-73F4-B19E-42EE-AED13B65FB79}"/>
          </ac:picMkLst>
        </pc:picChg>
        <pc:picChg chg="add mod">
          <ac:chgData name="Anushka Maurya" userId="a62cf99e79043ed4" providerId="LiveId" clId="{BFA57FDC-3847-4790-B87B-24524EE0BB18}" dt="2026-09-23T22:55:08.400" v="427" actId="1076"/>
          <ac:picMkLst>
            <pc:docMk/>
            <pc:sldMk cId="3104766145" sldId="1296"/>
            <ac:picMk id="8" creationId="{203B3AB9-8511-72C6-1D0B-0E6B172EA0EC}"/>
          </ac:picMkLst>
        </pc:picChg>
        <pc:picChg chg="del mod">
          <ac:chgData name="Anushka Maurya" userId="a62cf99e79043ed4" providerId="LiveId" clId="{BFA57FDC-3847-4790-B87B-24524EE0BB18}" dt="2026-09-23T22:30:54.130" v="222" actId="478"/>
          <ac:picMkLst>
            <pc:docMk/>
            <pc:sldMk cId="3104766145" sldId="1296"/>
            <ac:picMk id="23" creationId="{5A91AB7C-4FCE-3402-ECCC-DC1DA2A7CD79}"/>
          </ac:picMkLst>
        </pc:picChg>
      </pc:sldChg>
      <pc:sldChg chg="addSp delSp modSp mod modTransition setBg delAnim">
        <pc:chgData name="Anushka Maurya" userId="a62cf99e79043ed4" providerId="LiveId" clId="{BFA57FDC-3847-4790-B87B-24524EE0BB18}" dt="2026-09-23T23:09:53.865" v="452"/>
        <pc:sldMkLst>
          <pc:docMk/>
          <pc:sldMk cId="2860743642" sldId="1297"/>
        </pc:sldMkLst>
        <pc:spChg chg="del">
          <ac:chgData name="Anushka Maurya" userId="a62cf99e79043ed4" providerId="LiveId" clId="{BFA57FDC-3847-4790-B87B-24524EE0BB18}" dt="2026-09-23T22:36:23.986" v="266" actId="478"/>
          <ac:spMkLst>
            <pc:docMk/>
            <pc:sldMk cId="2860743642" sldId="1297"/>
            <ac:spMk id="2" creationId="{BF21101B-BBA7-61B0-0C9D-ADF3F2671A85}"/>
          </ac:spMkLst>
        </pc:spChg>
        <pc:spChg chg="del">
          <ac:chgData name="Anushka Maurya" userId="a62cf99e79043ed4" providerId="LiveId" clId="{BFA57FDC-3847-4790-B87B-24524EE0BB18}" dt="2026-09-23T22:36:22.379" v="265" actId="478"/>
          <ac:spMkLst>
            <pc:docMk/>
            <pc:sldMk cId="2860743642" sldId="1297"/>
            <ac:spMk id="3" creationId="{C89C2C7E-FE97-BFF2-DE7A-FC0FA15D8952}"/>
          </ac:spMkLst>
        </pc:spChg>
        <pc:spChg chg="add">
          <ac:chgData name="Anushka Maurya" userId="a62cf99e79043ed4" providerId="LiveId" clId="{BFA57FDC-3847-4790-B87B-24524EE0BB18}" dt="2026-09-23T22:46:03.531" v="360" actId="22"/>
          <ac:spMkLst>
            <pc:docMk/>
            <pc:sldMk cId="2860743642" sldId="1297"/>
            <ac:spMk id="8" creationId="{475C3984-AEB3-A1A8-00F9-59F3748F109F}"/>
          </ac:spMkLst>
        </pc:spChg>
        <pc:picChg chg="add mod">
          <ac:chgData name="Anushka Maurya" userId="a62cf99e79043ed4" providerId="LiveId" clId="{BFA57FDC-3847-4790-B87B-24524EE0BB18}" dt="2026-09-23T22:46:15.807" v="363" actId="1076"/>
          <ac:picMkLst>
            <pc:docMk/>
            <pc:sldMk cId="2860743642" sldId="1297"/>
            <ac:picMk id="5" creationId="{68252B92-ECFE-A17F-C2C9-BC0F1CD0A0C5}"/>
          </ac:picMkLst>
        </pc:picChg>
        <pc:picChg chg="add mod">
          <ac:chgData name="Anushka Maurya" userId="a62cf99e79043ed4" providerId="LiveId" clId="{BFA57FDC-3847-4790-B87B-24524EE0BB18}" dt="2026-09-23T22:55:17.589" v="429" actId="1076"/>
          <ac:picMkLst>
            <pc:docMk/>
            <pc:sldMk cId="2860743642" sldId="1297"/>
            <ac:picMk id="10" creationId="{583A4496-B4F6-F503-9A54-596A6BAA551D}"/>
          </ac:picMkLst>
        </pc:picChg>
      </pc:sldChg>
      <pc:sldMasterChg chg="modTransition modSldLayout">
        <pc:chgData name="Anushka Maurya" userId="a62cf99e79043ed4" providerId="LiveId" clId="{BFA57FDC-3847-4790-B87B-24524EE0BB18}" dt="2026-09-23T23:09:53.865" v="452"/>
        <pc:sldMasterMkLst>
          <pc:docMk/>
          <pc:sldMasterMk cId="513590001" sldId="2147483910"/>
        </pc:sldMasterMkLst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2837878353" sldId="2147483701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2640679086" sldId="2147483911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3525180213" sldId="2147483912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2771993607" sldId="2147483913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819302359" sldId="2147483914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220537802" sldId="2147483915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723008119" sldId="2147483916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4240993900" sldId="2147483917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3013790187" sldId="2147483918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299735024" sldId="2147483919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3281492899" sldId="2147483920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161197994" sldId="2147483921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2062234853" sldId="2147483922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3906210031" sldId="2147483923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2913919622" sldId="2147483924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1748002448" sldId="2147483925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1097414609" sldId="2147483926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1634731051" sldId="2147483927"/>
          </pc:sldLayoutMkLst>
        </pc:sldLayoutChg>
        <pc:sldLayoutChg chg="modTransition">
          <pc:chgData name="Anushka Maurya" userId="a62cf99e79043ed4" providerId="LiveId" clId="{BFA57FDC-3847-4790-B87B-24524EE0BB18}" dt="2026-09-23T23:09:53.865" v="452"/>
          <pc:sldLayoutMkLst>
            <pc:docMk/>
            <pc:sldMasterMk cId="513590001" sldId="2147483910"/>
            <pc:sldLayoutMk cId="2635231212" sldId="2147483928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22:52:21.803"/>
    </inkml:context>
    <inkml:brush xml:id="br0">
      <inkml:brushProperty name="width" value="0.05" units="cm"/>
      <inkml:brushProperty name="height" value="0.3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1 159,'0'-4,"0"-4,0-4,0-4,0-2,0-2,0-1,0 0,0 0,0 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22:53:17.7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24575,'0'4'0,"0"4"0,0 4 0,0 4 0,0 2 0,0 2 0,0 1 0,3-4 0,2-4-8191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22:53:22.2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22:53:25.9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95 24575,'0'-3'0,"0"-5"0,0-4 0,0-4 0,0-3 0,0 0 0,0 1-8191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22:53:29.2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31 24575,'0'-3'0,"4"-2"0,0-2 0,4-1 0,0 1-8191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693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5825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7122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8027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B5A57F32-1A2D-8A72-0D8E-750E953E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713CDE6-550C-D837-B52E-1FC25ABDAB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235EBF17-ACE3-9EFF-EB8C-3B27951213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17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679086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180213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993607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302359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7802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008119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993900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790187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35024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492899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97994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2234853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10031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919622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02448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414609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731051"/>
      </p:ext>
    </p:extLst>
  </p:cSld>
  <p:clrMapOvr>
    <a:masterClrMapping/>
  </p:clrMapOvr>
  <p:transition advClick="0" advTm="1000">
    <p:randomBar dir="vert"/>
  </p:transition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5231212"/>
      </p:ext>
    </p:extLst>
  </p:cSld>
  <p:clrMapOvr>
    <a:masterClrMapping/>
  </p:clrMapOvr>
  <p:transition advClick="0" advTm="1000">
    <p:randomBar dir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  <p:transition advClick="0" advTm="1000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4D2522-1BAB-264C-C053-6DD2EF0C7E19}"/>
              </a:ext>
            </a:extLst>
          </p:cNvPr>
          <p:cNvSpPr/>
          <p:nvPr userDrawn="1"/>
        </p:nvSpPr>
        <p:spPr>
          <a:xfrm>
            <a:off x="0" y="454356"/>
            <a:ext cx="9144000" cy="45719"/>
          </a:xfrm>
          <a:prstGeom prst="rect">
            <a:avLst/>
          </a:prstGeom>
          <a:solidFill>
            <a:srgbClr val="EF6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C40B2-63CE-22FC-8C2D-975A33EBB3BE}"/>
              </a:ext>
            </a:extLst>
          </p:cNvPr>
          <p:cNvSpPr/>
          <p:nvPr userDrawn="1"/>
        </p:nvSpPr>
        <p:spPr>
          <a:xfrm>
            <a:off x="0" y="2445"/>
            <a:ext cx="9144000" cy="467289"/>
          </a:xfrm>
          <a:prstGeom prst="rect">
            <a:avLst/>
          </a:prstGeom>
          <a:solidFill>
            <a:srgbClr val="E8EC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012823AE-91A0-2D39-3A43-7B9AB2AAC3BB}"/>
              </a:ext>
            </a:extLst>
          </p:cNvPr>
          <p:cNvPicPr preferRelativeResize="0"/>
          <p:nvPr userDrawn="1"/>
        </p:nvPicPr>
        <p:blipFill rotWithShape="1">
          <a:blip r:embed="rId25">
            <a:alphaModFix/>
          </a:blip>
          <a:srcRect/>
          <a:stretch/>
        </p:blipFill>
        <p:spPr>
          <a:xfrm>
            <a:off x="7717638" y="48027"/>
            <a:ext cx="1125129" cy="37612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DC1E8AB-9CFB-3FE6-C7D8-0EE799ABA9DD}"/>
              </a:ext>
            </a:extLst>
          </p:cNvPr>
          <p:cNvSpPr/>
          <p:nvPr userDrawn="1"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90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  <p:sldLayoutId id="2147483922" r:id="rId12"/>
    <p:sldLayoutId id="2147483923" r:id="rId13"/>
    <p:sldLayoutId id="2147483924" r:id="rId14"/>
    <p:sldLayoutId id="2147483925" r:id="rId15"/>
    <p:sldLayoutId id="2147483926" r:id="rId16"/>
    <p:sldLayoutId id="2147483927" r:id="rId17"/>
    <p:sldLayoutId id="2147483928" r:id="rId18"/>
    <p:sldLayoutId id="2147483701" r:id="rId19"/>
  </p:sldLayoutIdLst>
  <p:transition advClick="0" advTm="1000">
    <p:randomBar dir="vert"/>
  </p:transition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3.png"/><Relationship Id="rId18" Type="http://schemas.openxmlformats.org/officeDocument/2006/relationships/customXml" Target="../ink/ink5.xml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9.svg"/><Relationship Id="rId12" Type="http://schemas.openxmlformats.org/officeDocument/2006/relationships/customXml" Target="../ink/ink2.xml"/><Relationship Id="rId17" Type="http://schemas.openxmlformats.org/officeDocument/2006/relationships/image" Target="../media/image15.png"/><Relationship Id="rId2" Type="http://schemas.openxmlformats.org/officeDocument/2006/relationships/audio" Target="../media/media1.mp3"/><Relationship Id="rId16" Type="http://schemas.openxmlformats.org/officeDocument/2006/relationships/customXml" Target="../ink/ink4.xml"/><Relationship Id="rId20" Type="http://schemas.openxmlformats.org/officeDocument/2006/relationships/image" Target="../media/image17.png"/><Relationship Id="rId1" Type="http://schemas.microsoft.com/office/2007/relationships/media" Target="../media/media1.mp3"/><Relationship Id="rId6" Type="http://schemas.openxmlformats.org/officeDocument/2006/relationships/image" Target="../media/image8.sv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4.png"/><Relationship Id="rId10" Type="http://schemas.openxmlformats.org/officeDocument/2006/relationships/customXml" Target="../ink/ink1.xml"/><Relationship Id="rId19" Type="http://schemas.openxmlformats.org/officeDocument/2006/relationships/image" Target="../media/image16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11.png"/><Relationship Id="rId14" Type="http://schemas.openxmlformats.org/officeDocument/2006/relationships/customXml" Target="../ink/ink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.png"/><Relationship Id="rId5" Type="http://schemas.openxmlformats.org/officeDocument/2006/relationships/image" Target="../media/image9.sv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1">
            <a:extLst>
              <a:ext uri="{FF2B5EF4-FFF2-40B4-BE49-F238E27FC236}">
                <a16:creationId xmlns:a16="http://schemas.microsoft.com/office/drawing/2014/main" id="{D4602096-BB2A-D06A-F2F9-A1B85FB7B21D}"/>
              </a:ext>
            </a:extLst>
          </p:cNvPr>
          <p:cNvSpPr txBox="1"/>
          <p:nvPr/>
        </p:nvSpPr>
        <p:spPr>
          <a:xfrm>
            <a:off x="706031" y="1244836"/>
            <a:ext cx="2068081" cy="6402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E92715B5-E2D3-4776-93F0-B360B5A59553}"/>
              </a:ext>
            </a:extLst>
          </p:cNvPr>
          <p:cNvSpPr/>
          <p:nvPr/>
        </p:nvSpPr>
        <p:spPr>
          <a:xfrm>
            <a:off x="1476505" y="24807"/>
            <a:ext cx="1198042" cy="486582"/>
          </a:xfrm>
          <a:custGeom>
            <a:avLst/>
            <a:gdLst/>
            <a:ahLst/>
            <a:cxnLst/>
            <a:rect l="l" t="t" r="r" b="b"/>
            <a:pathLst>
              <a:path w="2102123" h="919905">
                <a:moveTo>
                  <a:pt x="0" y="0"/>
                </a:moveTo>
                <a:lnTo>
                  <a:pt x="2102123" y="0"/>
                </a:lnTo>
                <a:lnTo>
                  <a:pt x="2102123" y="919905"/>
                </a:lnTo>
                <a:lnTo>
                  <a:pt x="0" y="919905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106728" r="-6530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E93B0532-3834-38EB-306B-BB126F538A06}"/>
              </a:ext>
            </a:extLst>
          </p:cNvPr>
          <p:cNvSpPr/>
          <p:nvPr/>
        </p:nvSpPr>
        <p:spPr>
          <a:xfrm>
            <a:off x="1" y="38"/>
            <a:ext cx="784654" cy="477787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42FDAC4-AE27-C374-87FA-1488045722F0}"/>
              </a:ext>
            </a:extLst>
          </p:cNvPr>
          <p:cNvGrpSpPr/>
          <p:nvPr/>
        </p:nvGrpSpPr>
        <p:grpSpPr>
          <a:xfrm>
            <a:off x="612794" y="13286"/>
            <a:ext cx="4175089" cy="2090415"/>
            <a:chOff x="429508" y="76570"/>
            <a:chExt cx="3539898" cy="1569767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7602FD7-B850-30FC-6F11-B26765319CF5}"/>
                </a:ext>
              </a:extLst>
            </p:cNvPr>
            <p:cNvCxnSpPr>
              <a:cxnSpLocks/>
            </p:cNvCxnSpPr>
            <p:nvPr/>
          </p:nvCxnSpPr>
          <p:spPr>
            <a:xfrm>
              <a:off x="3969406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97570DF-6F54-74D9-731F-612CF788DA56}"/>
                </a:ext>
              </a:extLst>
            </p:cNvPr>
            <p:cNvPicPr/>
            <p:nvPr/>
          </p:nvPicPr>
          <p:blipFill>
            <a:blip r:embed="rId8"/>
            <a:stretch/>
          </p:blipFill>
          <p:spPr>
            <a:xfrm>
              <a:off x="429508" y="76570"/>
              <a:ext cx="1069048" cy="277034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2C4709E-5DC8-3087-4DFF-5FD21D1AA1BA}"/>
                </a:ext>
              </a:extLst>
            </p:cNvPr>
            <p:cNvCxnSpPr>
              <a:cxnSpLocks/>
            </p:cNvCxnSpPr>
            <p:nvPr/>
          </p:nvCxnSpPr>
          <p:spPr>
            <a:xfrm>
              <a:off x="2615873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1" name="cinematic-soul-royalty-free-upbeat-music-positive-pulse-511433">
            <a:hlinkClick r:id="" action="ppaction://media"/>
            <a:extLst>
              <a:ext uri="{FF2B5EF4-FFF2-40B4-BE49-F238E27FC236}">
                <a16:creationId xmlns:a16="http://schemas.microsoft.com/office/drawing/2014/main" id="{2AC7753B-6CD3-749B-A85B-6139EEEDA9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04789" y="4806018"/>
            <a:ext cx="265519" cy="2655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881A60-7E0C-ED68-ACD8-A31186DC9F03}"/>
              </a:ext>
            </a:extLst>
          </p:cNvPr>
          <p:cNvSpPr txBox="1"/>
          <p:nvPr/>
        </p:nvSpPr>
        <p:spPr>
          <a:xfrm>
            <a:off x="1683657" y="4663105"/>
            <a:ext cx="45719" cy="36933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8FC8540-75C6-748E-7D05-6B78B828AF7D}"/>
                  </a:ext>
                </a:extLst>
              </p14:cNvPr>
              <p14:cNvContentPartPr/>
              <p14:nvPr/>
            </p14:nvContentPartPr>
            <p14:xfrm>
              <a:off x="1748703" y="4797960"/>
              <a:ext cx="360" cy="57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8FC8540-75C6-748E-7D05-6B78B828AF7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40063" y="4744320"/>
                <a:ext cx="180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E5E182E-BB3A-566F-6E17-4336C3556385}"/>
                  </a:ext>
                </a:extLst>
              </p14:cNvPr>
              <p14:cNvContentPartPr/>
              <p14:nvPr/>
            </p14:nvContentPartPr>
            <p14:xfrm>
              <a:off x="1741503" y="4796880"/>
              <a:ext cx="3240" cy="468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E5E182E-BB3A-566F-6E17-4336C355638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35383" y="4790760"/>
                <a:ext cx="1548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D207F61-8C6A-7C83-2676-8D4B58091B64}"/>
                  </a:ext>
                </a:extLst>
              </p14:cNvPr>
              <p14:cNvContentPartPr/>
              <p14:nvPr/>
            </p14:nvContentPartPr>
            <p14:xfrm>
              <a:off x="1690743" y="483324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D207F61-8C6A-7C83-2676-8D4B58091B6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84623" y="48271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4E3B457-20A5-ADEB-70DF-B2B0C5259102}"/>
                  </a:ext>
                </a:extLst>
              </p14:cNvPr>
              <p14:cNvContentPartPr/>
              <p14:nvPr/>
            </p14:nvContentPartPr>
            <p14:xfrm>
              <a:off x="1727103" y="4813440"/>
              <a:ext cx="360" cy="34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4E3B457-20A5-ADEB-70DF-B2B0C525910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20983" y="4807320"/>
                <a:ext cx="126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3B86276-A863-FBB3-5ABC-6BD40D4E6364}"/>
                  </a:ext>
                </a:extLst>
              </p14:cNvPr>
              <p14:cNvContentPartPr/>
              <p14:nvPr/>
            </p14:nvContentPartPr>
            <p14:xfrm>
              <a:off x="1727103" y="4792920"/>
              <a:ext cx="9000" cy="11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3B86276-A863-FBB3-5ABC-6BD40D4E636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20983" y="4786800"/>
                <a:ext cx="21240" cy="23760"/>
              </a:xfrm>
              <a:prstGeom prst="rect">
                <a:avLst/>
              </a:prstGeom>
            </p:spPr>
          </p:pic>
        </mc:Fallback>
      </mc:AlternateContent>
      <p:pic>
        <p:nvPicPr>
          <p:cNvPr id="29" name="Picture 28" descr="A logo with tools in a circle&#10;&#10;Description automatically generated">
            <a:extLst>
              <a:ext uri="{FF2B5EF4-FFF2-40B4-BE49-F238E27FC236}">
                <a16:creationId xmlns:a16="http://schemas.microsoft.com/office/drawing/2014/main" id="{D5514759-EB9F-E36E-1FFF-E3E7F1E44AE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08158" y="0"/>
            <a:ext cx="466390" cy="455401"/>
          </a:xfrm>
          <a:prstGeom prst="rect">
            <a:avLst/>
          </a:prstGeom>
        </p:spPr>
      </p:pic>
    </p:spTree>
  </p:cSld>
  <p:clrMapOvr>
    <a:masterClrMapping/>
  </p:clrMapOvr>
  <p:transition advClick="0" advTm="1000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9000" b="-1000"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5AF627-741A-0D24-5995-67F951B7C1D6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894711" y="88469"/>
            <a:ext cx="1240630" cy="298385"/>
          </a:xfrm>
          <a:prstGeom prst="rect">
            <a:avLst/>
          </a:prstGeom>
          <a:ln w="0">
            <a:noFill/>
          </a:ln>
        </p:spPr>
      </p:pic>
      <p:sp>
        <p:nvSpPr>
          <p:cNvPr id="8" name="Freeform 14">
            <a:extLst>
              <a:ext uri="{FF2B5EF4-FFF2-40B4-BE49-F238E27FC236}">
                <a16:creationId xmlns:a16="http://schemas.microsoft.com/office/drawing/2014/main" id="{A1E0A4F8-4DD8-4AC9-C2CB-1D325DB2D809}"/>
              </a:ext>
            </a:extLst>
          </p:cNvPr>
          <p:cNvSpPr/>
          <p:nvPr/>
        </p:nvSpPr>
        <p:spPr>
          <a:xfrm>
            <a:off x="0" y="38"/>
            <a:ext cx="894711" cy="477787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 descr="A logo with tools in a circle&#10;&#10;Description automatically generated">
            <a:extLst>
              <a:ext uri="{FF2B5EF4-FFF2-40B4-BE49-F238E27FC236}">
                <a16:creationId xmlns:a16="http://schemas.microsoft.com/office/drawing/2014/main" id="{E740C538-35C9-E42A-4342-A55AD11749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723" y="32255"/>
            <a:ext cx="452585" cy="44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  <p:transition advClick="0" advTm="1000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t="9000" r="-3000" b="-1000"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838823-12CE-C395-0EF7-761A012BE92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894711" y="63885"/>
            <a:ext cx="1240630" cy="298385"/>
          </a:xfrm>
          <a:prstGeom prst="rect">
            <a:avLst/>
          </a:prstGeom>
          <a:ln w="0">
            <a:noFill/>
          </a:ln>
        </p:spPr>
      </p:pic>
      <p:sp>
        <p:nvSpPr>
          <p:cNvPr id="8" name="Freeform 14">
            <a:extLst>
              <a:ext uri="{FF2B5EF4-FFF2-40B4-BE49-F238E27FC236}">
                <a16:creationId xmlns:a16="http://schemas.microsoft.com/office/drawing/2014/main" id="{21E1F338-8196-FE99-8F43-B21C32DA77F0}"/>
              </a:ext>
            </a:extLst>
          </p:cNvPr>
          <p:cNvSpPr/>
          <p:nvPr/>
        </p:nvSpPr>
        <p:spPr>
          <a:xfrm>
            <a:off x="0" y="38"/>
            <a:ext cx="894711" cy="477787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191714"/>
      </p:ext>
    </p:extLst>
  </p:cSld>
  <p:clrMapOvr>
    <a:masterClrMapping/>
  </p:clrMapOvr>
  <p:transition advClick="0" advTm="1000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9000"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D4B2158-824E-7B58-0910-D902B05A5A0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55795" y="63885"/>
            <a:ext cx="1240630" cy="298385"/>
          </a:xfrm>
          <a:prstGeom prst="rect">
            <a:avLst/>
          </a:prstGeom>
          <a:ln w="0">
            <a:noFill/>
          </a:ln>
        </p:spPr>
      </p:pic>
      <p:sp>
        <p:nvSpPr>
          <p:cNvPr id="10" name="Freeform 14">
            <a:extLst>
              <a:ext uri="{FF2B5EF4-FFF2-40B4-BE49-F238E27FC236}">
                <a16:creationId xmlns:a16="http://schemas.microsoft.com/office/drawing/2014/main" id="{9465179E-79D6-C063-4F44-F24E6F3DB7DA}"/>
              </a:ext>
            </a:extLst>
          </p:cNvPr>
          <p:cNvSpPr/>
          <p:nvPr/>
        </p:nvSpPr>
        <p:spPr>
          <a:xfrm>
            <a:off x="0" y="38"/>
            <a:ext cx="894711" cy="833515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130557"/>
      </p:ext>
    </p:extLst>
  </p:cSld>
  <p:clrMapOvr>
    <a:masterClrMapping/>
  </p:clrMapOvr>
  <p:transition advClick="0" advTm="1000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8000" b="2000"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0AEC02-73F4-B19E-42EE-AED13B65FB79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48539" y="56628"/>
            <a:ext cx="1240630" cy="298385"/>
          </a:xfrm>
          <a:prstGeom prst="rect">
            <a:avLst/>
          </a:prstGeom>
          <a:ln w="0">
            <a:noFill/>
          </a:ln>
        </p:spPr>
      </p:pic>
      <p:sp>
        <p:nvSpPr>
          <p:cNvPr id="6" name="Freeform 14">
            <a:extLst>
              <a:ext uri="{FF2B5EF4-FFF2-40B4-BE49-F238E27FC236}">
                <a16:creationId xmlns:a16="http://schemas.microsoft.com/office/drawing/2014/main" id="{85D973AA-B278-3295-3C21-2A8CBDDA4FC1}"/>
              </a:ext>
            </a:extLst>
          </p:cNvPr>
          <p:cNvSpPr/>
          <p:nvPr/>
        </p:nvSpPr>
        <p:spPr>
          <a:xfrm>
            <a:off x="0" y="38"/>
            <a:ext cx="894711" cy="833515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766145"/>
      </p:ext>
    </p:extLst>
  </p:cSld>
  <p:clrMapOvr>
    <a:masterClrMapping/>
  </p:clrMapOvr>
  <p:transition advClick="0" advTm="1000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9000" b="1000"/>
          </a:stretch>
        </a:blipFill>
        <a:effectLst/>
      </p:bgPr>
    </p:bg>
    <p:spTree>
      <p:nvGrpSpPr>
        <p:cNvPr id="1" name="Shape 60">
          <a:extLst>
            <a:ext uri="{FF2B5EF4-FFF2-40B4-BE49-F238E27FC236}">
              <a16:creationId xmlns:a16="http://schemas.microsoft.com/office/drawing/2014/main" id="{DF6A55DF-AE27-0884-6FE0-903831354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750DE3-DBB4-CAF1-48D2-8DD6E8DE5A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44564" y="514350"/>
            <a:ext cx="4899436" cy="46916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252B92-ECFE-A17F-C2C9-BC0F1CD0A0C5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1064652" y="118410"/>
            <a:ext cx="1240630" cy="298385"/>
          </a:xfrm>
          <a:prstGeom prst="rect">
            <a:avLst/>
          </a:prstGeom>
          <a:ln w="0">
            <a:noFill/>
          </a:ln>
        </p:spPr>
      </p:pic>
      <p:sp>
        <p:nvSpPr>
          <p:cNvPr id="8" name="Freeform 14">
            <a:extLst>
              <a:ext uri="{FF2B5EF4-FFF2-40B4-BE49-F238E27FC236}">
                <a16:creationId xmlns:a16="http://schemas.microsoft.com/office/drawing/2014/main" id="{475C3984-AEB3-A1A8-00F9-59F3748F109F}"/>
              </a:ext>
            </a:extLst>
          </p:cNvPr>
          <p:cNvSpPr/>
          <p:nvPr/>
        </p:nvSpPr>
        <p:spPr>
          <a:xfrm>
            <a:off x="0" y="38"/>
            <a:ext cx="894711" cy="833515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43642"/>
      </p:ext>
    </p:extLst>
  </p:cSld>
  <p:clrMapOvr>
    <a:masterClrMapping/>
  </p:clrMapOvr>
  <p:transition advClick="0" advTm="1000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0E1CFF-CA38-32CF-A023-F07216D6F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"/>
            <a:ext cx="9144000" cy="46355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36FBF0-DBF2-A906-3815-ABC026E60733}"/>
              </a:ext>
            </a:extLst>
          </p:cNvPr>
          <p:cNvSpPr/>
          <p:nvPr/>
        </p:nvSpPr>
        <p:spPr>
          <a:xfrm>
            <a:off x="1977768" y="1537329"/>
            <a:ext cx="4975691" cy="11958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solidFill>
                  <a:schemeClr val="bg2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Thankyou</a:t>
            </a:r>
            <a:endParaRPr lang="en-US" sz="7200" b="0" cap="none" spc="0" dirty="0">
              <a:ln w="0"/>
              <a:solidFill>
                <a:schemeClr val="bg2">
                  <a:lumMod val="60000"/>
                  <a:lumOff val="4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DB4A1-ADE0-B1E0-3196-965E3FB88CD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115453" y="104826"/>
            <a:ext cx="1240630" cy="298385"/>
          </a:xfrm>
          <a:prstGeom prst="rect">
            <a:avLst/>
          </a:prstGeom>
          <a:ln w="0">
            <a:noFill/>
          </a:ln>
        </p:spPr>
      </p:pic>
      <p:sp>
        <p:nvSpPr>
          <p:cNvPr id="7" name="Freeform 14">
            <a:extLst>
              <a:ext uri="{FF2B5EF4-FFF2-40B4-BE49-F238E27FC236}">
                <a16:creationId xmlns:a16="http://schemas.microsoft.com/office/drawing/2014/main" id="{DCEC7EA1-61A2-265C-B6AA-F4BFE680DEDC}"/>
              </a:ext>
            </a:extLst>
          </p:cNvPr>
          <p:cNvSpPr/>
          <p:nvPr/>
        </p:nvSpPr>
        <p:spPr>
          <a:xfrm>
            <a:off x="-28722" y="-13547"/>
            <a:ext cx="894711" cy="833515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  <p:transition advClick="0" advTm="2000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6559A34-456E-49A1-8157-9E3D18BFAD36}">
  <ds:schemaRefs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c0fa2617-96bd-425d-8578-e93563fe37c5"/>
    <ds:schemaRef ds:uri="9162bd5b-4ed9-4da3-b376-05204580ba3f"/>
  </ds:schemaRefs>
</ds:datastoreItem>
</file>

<file path=customXml/itemProps3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656</TotalTime>
  <Words>5</Words>
  <Application>Microsoft Office PowerPoint</Application>
  <PresentationFormat>On-screen Show (16:9)</PresentationFormat>
  <Paragraphs>3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Century Gothic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Anushka Maurya</cp:lastModifiedBy>
  <cp:revision>31</cp:revision>
  <dcterms:modified xsi:type="dcterms:W3CDTF">2026-09-23T23:34:05Z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